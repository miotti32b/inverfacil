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4572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8B84B"/>
                </a:solidFill>
                <a:latin typeface="Aptos"/>
              </a:defRPr>
            </a:pPr>
            <a:r>
              <a:t>PRÁCTICA PROFESIONALIZANTE · COMERCIO INTERNACIONAL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7772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Importación de</a:t>
            </a:r>
            <a:br/>
            <a:r>
              <a:t>Placas WPC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E8B84B"/>
                </a:solidFill>
                <a:latin typeface="Aptos"/>
              </a:defRPr>
            </a:pPr>
            <a:r>
              <a:t>Desde China hacia Argentina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FOB NINGBO   ·   NCM 3916.20.90   ·   1 × 40' FCL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B4BECA"/>
                </a:solidFill>
                <a:latin typeface="Aptos"/>
              </a:defRPr>
            </a:pPr>
            <a:r>
              <a:t>Presentación ejecutiva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Resumen ejecutivo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Caso aplicado: importación marítima de 4.000 perfiles WPC desde China hacia Argentina.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Objetivo: diversificar proveedores, ampliar especificaciones y reducir intermediación.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Condición comercial propuesta: FOB Ningbo, un contenedor 40'HC y pago T/T 30% + 70%.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Desembolso inicial estimado: USD 49.633,94; ingresos proyectados: USD 71.450,00.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viabilidad depende de validar NCM, intervenciones, costos logísticos y recupero fiscal.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Empresa y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LifecycleArgentina comercializa e instala soluciones WPC para proyectos residenciales y comerciales.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dependencia de proveedores locales limita variedad, disponibilidad y capacidad de negociación.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importación directa se plantea como decisión de abastecimiento, no solo como reducción de precio.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El proyecto integra producto, normativa, logística, finanzas y gestión de riesgos.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Producto y propuesta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2.500 unidades de decking hueco 140 × 25 × 5.800 mm, color teak.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1.500 unidades de wall cladding 150 × 22 × 2.900 mm, color coffee brown.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Matriz predominante de polietileno, fibras de madera y aditivos, sujeta a ficha técnica definitiva.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Atributos comerciales: durabilidad, bajo mantenimiento, resistencia a humedad y variedad estética.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Mercado: escenario académico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Demanda objetivo: vivienda, hotelería, gastronomía, paisajismo y espacios públicos.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Las cifras de tamaño y crecimiento se usan como hipótesis de trabajo, no como estadísticas oficiales.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decisión real requiere validar importaciones por NCM, país y período con fuentes aduaneras.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ventaja esperada proviene de reducir intermediarios y ampliar la oferta de producto.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Proveedor y abastecimiento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Origen propuesto: fabricante de Guangdong, con embarque por el puerto de Ningbo.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Selección basada en ficha técnica, muestras, capacidad, certificaciones y referencias exportadoras.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El Trader coordina cotización, comunicación, inspección y control en origen.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aprobación final exige muestra física e inspección previa al embarque.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07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Clasificación arancelaria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NCM propuesta: 3916.20.90, demás perfiles de polímeros de etileno.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Fundamento preliminar: texto de partida y subpartida, sección constante y matriz de PE; RGI 1 y 6.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composición, el proceso productivo y la función del artículo pueden modificar la clasificación.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El despachante debe validar NCM, sufijos e intervenciones en SIM/Malvina antes de oficializar.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Marco normativo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RGC 5651/2025 dejó sin efecto el SEDI desde el 26 de febrero de 2025.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eliminación del SEDI no excluye controles o intervenciones específicos del producto.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declaración de valor OM 1993/1-A se integra cuando corresponde según las opciones del SIM.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Los reglamentos técnicos alcanzados se controlan al uso o comercialización, según la norma aplicable.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09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Condiciones comerciales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FOB Ningbo: el vendedor entrega a bordo; el comprador contrata flete y seguro internacional.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Pago T/T: 30% de anticipo y 70% contra documentos de embarque.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Operación en USD canalizada por entidad autorizada, bajo normativa BCRA vigente al pago.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Seguro All Risk y control de calidad reducen el riesgo de daño o falta de conformidad.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Flujo operativo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1. Validación técnica y aduanera.  2. Proforma, negociación y anticipo.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3. Producción e inspección.  4. Embalaje, booking y embarque FOB.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5. Pago del saldo y recepción documental.  6. Tránsito marítimo.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7. Arribo, DIM, tributos y liberación.  8. Retiro y distribución.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Plazo total estimado del caso: aproximadamente veinte semanas.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Documentación crítica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Comercial: Proforma Invoice, Commercial Invoice y Packing List.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Transporte: Bill of Lading, aviso de arribo, MANI SIM y Delivery Order.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Aduanera: DIM, declaración de valor cuando corresponda y certificados/intervenciones aplicables.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Riesgo documental: inconsistencias entre descripción, cantidades, peso, origen y condición de venta.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Costos y tratamiento fiscal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CIF Buenos Aires: USD 28.657,00.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DII y tasa de estadística: USD 4.871,69 de costo no recuperable estimado.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Gastos adicionales: USD 3.532,00. Costo económico estimado: USD 37.060,69.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IVA y percepciones: USD 12.573,25 como créditos/pagos a cuenta potencialmente recuperables.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Desembolso inicial total: USD 49.633,94.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Rentabilidad y sensibilidad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Ventas proyectadas: USD 71.450,00; excedente sobre caja inicial: USD 21.816,06.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Retorno financiero sobre desembolso inicial: 43,95% antes de gastos comerciales e impuestos finales.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Desembolso unitario prorrateado: USD 13,45 deck y USD 10,68 cladding.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Variables críticas: tipo de cambio, flete, demoras, precio de venta y plazo de recupero fiscal.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Riesgos y mitigación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Clasificación: validar muestra, ficha técnica y consulta SIM antes del embarque.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Proveedor: auditoría, muestra aprobada, inspección y tolerancias en la orden de compra.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Logística: seguro, días libres, documentación anticipada y provisión por demurrage.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Finanzas: escenario base, pesimista y de estrés para tipo de cambio, flete y precio de venta.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Cumplimiento: revisión aduanera, fiscal y cambiaria en la fecha efectiva de la operación.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A2342"/>
                </a:solidFill>
                <a:latin typeface="Aptos"/>
              </a:defRPr>
            </a:pPr>
            <a:r>
              <a:t>LIFECYCLEARGENTINA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286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A6472"/>
                </a:solidFill>
                <a:latin typeface="Aptos"/>
              </a:defRPr>
            </a:pPr>
            <a:r>
              <a:t>15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472"/>
                </a:solidFill>
                <a:latin typeface="Aptos"/>
              </a:defRPr>
            </a:pPr>
            <a:r>
              <a:t>Práctica de Importación · Comercio Exterior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0A2342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822960" cy="50292"/>
          </a:xfrm>
          <a:prstGeom prst="rect">
            <a:avLst/>
          </a:prstGeom>
          <a:solidFill>
            <a:srgbClr val="C89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10881360" cy="4498848"/>
          </a:xfrm>
          <a:prstGeom prst="roundRect">
            <a:avLst/>
          </a:prstGeom>
          <a:solidFill>
            <a:srgbClr val="F5F6F8"/>
          </a:solidFill>
          <a:ln>
            <a:solidFill>
              <a:srgbClr val="E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4048" rIns="347472" tIns="201168" bIns="164592" wrap="square"/>
          <a:lstStyle/>
          <a:p>
            <a:pPr algn="ctr"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operación es comercialmente atractiva bajo los supuestos del caso, pero no está libre de riesgos.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ventaja no depende solo del precio FOB: importan la clasificación, el costo total y la ejecución.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La separación entre costo económico, impuestos recuperables y caja mejora la decisión financiera.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Metodología: estudio de caso con experiencia operativa, fuentes oficiales y datos parcialmente simulados.</a:t>
            </a:r>
          </a:p>
          <a:p>
            <a:pPr>
              <a:spcAft>
                <a:spcPts val="900"/>
              </a:spcAft>
              <a:defRPr sz="1500">
                <a:solidFill>
                  <a:srgbClr val="1C2B3A"/>
                </a:solidFill>
                <a:latin typeface="Aptos"/>
              </a:defRPr>
            </a:pPr>
            <a:r>
              <a:t>•  Próximo paso: validación profesional de NCM, intervenciones y cotizaciones antes de comprometer fondos.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